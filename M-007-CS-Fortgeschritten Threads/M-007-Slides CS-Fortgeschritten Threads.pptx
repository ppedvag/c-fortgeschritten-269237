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9"/>
  </p:notesMasterIdLst>
  <p:sldIdLst>
    <p:sldId id="256" r:id="rId5"/>
    <p:sldId id="259" r:id="rId6"/>
    <p:sldId id="260" r:id="rId7"/>
    <p:sldId id="261" r:id="rId8"/>
    <p:sldId id="263" r:id="rId9"/>
    <p:sldId id="262" r:id="rId10"/>
    <p:sldId id="264" r:id="rId11"/>
    <p:sldId id="265" r:id="rId12"/>
    <p:sldId id="266" r:id="rId13"/>
    <p:sldId id="268" r:id="rId14"/>
    <p:sldId id="269" r:id="rId15"/>
    <p:sldId id="270" r:id="rId16"/>
    <p:sldId id="273" r:id="rId17"/>
    <p:sldId id="274"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03BA84-A247-426F-8F83-098D8CC1A984}" v="4" dt="2020-05-19T06:41:09.1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12" autoAdjust="0"/>
    <p:restoredTop sz="91503" autoAdjust="0"/>
  </p:normalViewPr>
  <p:slideViewPr>
    <p:cSldViewPr snapToGrid="0">
      <p:cViewPr varScale="1">
        <p:scale>
          <a:sx n="99" d="100"/>
          <a:sy n="99" d="100"/>
        </p:scale>
        <p:origin x="6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é Ruland" userId="0625f4f7-60b5-4106-844a-5cee4acc948f" providerId="ADAL" clId="{1003BA84-A247-426F-8F83-098D8CC1A984}"/>
    <pc:docChg chg="modSld modShowInfo">
      <pc:chgData name="André Ruland" userId="0625f4f7-60b5-4106-844a-5cee4acc948f" providerId="ADAL" clId="{1003BA84-A247-426F-8F83-098D8CC1A984}" dt="2020-05-19T07:41:41.200" v="6" actId="2744"/>
      <pc:docMkLst>
        <pc:docMk/>
      </pc:docMkLst>
      <pc:sldChg chg="addSp delSp modSp mod modTransition">
        <pc:chgData name="André Ruland" userId="0625f4f7-60b5-4106-844a-5cee4acc948f" providerId="ADAL" clId="{1003BA84-A247-426F-8F83-098D8CC1A984}" dt="2020-05-19T06:41:09.125" v="5"/>
        <pc:sldMkLst>
          <pc:docMk/>
          <pc:sldMk cId="2659290648" sldId="266"/>
        </pc:sldMkLst>
        <pc:spChg chg="mod">
          <ac:chgData name="André Ruland" userId="0625f4f7-60b5-4106-844a-5cee4acc948f" providerId="ADAL" clId="{1003BA84-A247-426F-8F83-098D8CC1A984}" dt="2020-05-19T06:41:07.288" v="4"/>
          <ac:spMkLst>
            <pc:docMk/>
            <pc:sldMk cId="2659290648" sldId="266"/>
            <ac:spMk id="2" creationId="{EEA67C25-E36F-4A22-B211-C3F4B13E5BB6}"/>
          </ac:spMkLst>
        </pc:spChg>
        <pc:spChg chg="mod">
          <ac:chgData name="André Ruland" userId="0625f4f7-60b5-4106-844a-5cee4acc948f" providerId="ADAL" clId="{1003BA84-A247-426F-8F83-098D8CC1A984}" dt="2020-05-19T06:41:07.288" v="4"/>
          <ac:spMkLst>
            <pc:docMk/>
            <pc:sldMk cId="2659290648" sldId="266"/>
            <ac:spMk id="3" creationId="{4FDE6476-2320-4F85-AAD7-A3EEF12FB9B1}"/>
          </ac:spMkLst>
        </pc:spChg>
        <pc:spChg chg="add del mod">
          <ac:chgData name="André Ruland" userId="0625f4f7-60b5-4106-844a-5cee4acc948f" providerId="ADAL" clId="{1003BA84-A247-426F-8F83-098D8CC1A984}" dt="2020-05-19T06:41:07.288" v="4"/>
          <ac:spMkLst>
            <pc:docMk/>
            <pc:sldMk cId="2659290648" sldId="266"/>
            <ac:spMk id="4" creationId="{00704F01-BA77-49A4-A661-D0330E0E3E65}"/>
          </ac:spMkLst>
        </pc:spChg>
        <pc:spChg chg="add del mod">
          <ac:chgData name="André Ruland" userId="0625f4f7-60b5-4106-844a-5cee4acc948f" providerId="ADAL" clId="{1003BA84-A247-426F-8F83-098D8CC1A984}" dt="2020-05-19T06:41:07.288" v="4"/>
          <ac:spMkLst>
            <pc:docMk/>
            <pc:sldMk cId="2659290648" sldId="266"/>
            <ac:spMk id="5" creationId="{176D5686-5DF3-4EBC-BF24-E769EAF21E23}"/>
          </ac:spMkLst>
        </pc:spChg>
      </pc:sldChg>
      <pc:sldChg chg="modTransition">
        <pc:chgData name="André Ruland" userId="0625f4f7-60b5-4106-844a-5cee4acc948f" providerId="ADAL" clId="{1003BA84-A247-426F-8F83-098D8CC1A984}" dt="2020-05-19T06:39:57.633" v="0"/>
        <pc:sldMkLst>
          <pc:docMk/>
          <pc:sldMk cId="457237452" sldId="267"/>
        </pc:sldMkLst>
      </pc:sldChg>
      <pc:sldChg chg="modTransition">
        <pc:chgData name="André Ruland" userId="0625f4f7-60b5-4106-844a-5cee4acc948f" providerId="ADAL" clId="{1003BA84-A247-426F-8F83-098D8CC1A984}" dt="2020-05-19T06:40:46.513" v="1"/>
        <pc:sldMkLst>
          <pc:docMk/>
          <pc:sldMk cId="644271987"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159604-3B3C-4080-97D5-1A5E85902187}" type="datetimeFigureOut">
              <a:rPr lang="de-AT" smtClean="0"/>
              <a:t>25.09.2025</a:t>
            </a:fld>
            <a:endParaRPr lang="de-AT"/>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4A5B5A-5E1D-4D1F-B88E-A16B47E5A05A}" type="slidenum">
              <a:rPr lang="de-AT" smtClean="0"/>
              <a:t>‹Nr.›</a:t>
            </a:fld>
            <a:endParaRPr lang="de-AT"/>
          </a:p>
        </p:txBody>
      </p:sp>
    </p:spTree>
    <p:extLst>
      <p:ext uri="{BB962C8B-B14F-4D97-AF65-F5344CB8AC3E}">
        <p14:creationId xmlns:p14="http://schemas.microsoft.com/office/powerpoint/2010/main" val="211827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D4A5B5A-5E1D-4D1F-B88E-A16B47E5A05A}" type="slidenum">
              <a:rPr lang="de-AT" smtClean="0"/>
              <a:t>1</a:t>
            </a:fld>
            <a:endParaRPr lang="de-AT"/>
          </a:p>
        </p:txBody>
      </p:sp>
    </p:spTree>
    <p:extLst>
      <p:ext uri="{BB962C8B-B14F-4D97-AF65-F5344CB8AC3E}">
        <p14:creationId xmlns:p14="http://schemas.microsoft.com/office/powerpoint/2010/main" val="6540849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6D4A5B5A-5E1D-4D1F-B88E-A16B47E5A05A}" type="slidenum">
              <a:rPr lang="de-AT" smtClean="0"/>
              <a:t>5</a:t>
            </a:fld>
            <a:endParaRPr lang="de-AT"/>
          </a:p>
        </p:txBody>
      </p:sp>
    </p:spTree>
    <p:extLst>
      <p:ext uri="{BB962C8B-B14F-4D97-AF65-F5344CB8AC3E}">
        <p14:creationId xmlns:p14="http://schemas.microsoft.com/office/powerpoint/2010/main" val="2858785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6D4A5B5A-5E1D-4D1F-B88E-A16B47E5A05A}" type="slidenum">
              <a:rPr lang="de-AT" smtClean="0"/>
              <a:t>8</a:t>
            </a:fld>
            <a:endParaRPr lang="de-AT"/>
          </a:p>
        </p:txBody>
      </p:sp>
    </p:spTree>
    <p:extLst>
      <p:ext uri="{BB962C8B-B14F-4D97-AF65-F5344CB8AC3E}">
        <p14:creationId xmlns:p14="http://schemas.microsoft.com/office/powerpoint/2010/main" val="1099160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a:t>https://coders-corner.net/2013/04/09/multithreading-in-c-teil-11-lock-monitor-mutex-semaphore-semaphoreslim/</a:t>
            </a:r>
          </a:p>
        </p:txBody>
      </p:sp>
      <p:sp>
        <p:nvSpPr>
          <p:cNvPr id="4" name="Foliennummernplatzhalter 3"/>
          <p:cNvSpPr>
            <a:spLocks noGrp="1"/>
          </p:cNvSpPr>
          <p:nvPr>
            <p:ph type="sldNum" sz="quarter" idx="5"/>
          </p:nvPr>
        </p:nvSpPr>
        <p:spPr/>
        <p:txBody>
          <a:bodyPr/>
          <a:lstStyle/>
          <a:p>
            <a:fld id="{6D4A5B5A-5E1D-4D1F-B88E-A16B47E5A05A}" type="slidenum">
              <a:rPr lang="de-AT" smtClean="0"/>
              <a:t>10</a:t>
            </a:fld>
            <a:endParaRPr lang="de-AT"/>
          </a:p>
        </p:txBody>
      </p:sp>
    </p:spTree>
    <p:extLst>
      <p:ext uri="{BB962C8B-B14F-4D97-AF65-F5344CB8AC3E}">
        <p14:creationId xmlns:p14="http://schemas.microsoft.com/office/powerpoint/2010/main" val="1537919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a:t>Programm 1 mal starten -&gt; schnell</a:t>
            </a:r>
          </a:p>
          <a:p>
            <a:r>
              <a:rPr lang="de-AT" dirty="0"/>
              <a:t>Programm 3 mal starten -&gt; langsamer da sich das auf die 3 aufteilt und jeder wartet bis er mal </a:t>
            </a:r>
            <a:r>
              <a:rPr lang="de-AT" dirty="0" err="1"/>
              <a:t>drann</a:t>
            </a:r>
            <a:r>
              <a:rPr lang="de-AT" dirty="0"/>
              <a:t> ist</a:t>
            </a:r>
          </a:p>
        </p:txBody>
      </p:sp>
      <p:sp>
        <p:nvSpPr>
          <p:cNvPr id="4" name="Foliennummernplatzhalter 3"/>
          <p:cNvSpPr>
            <a:spLocks noGrp="1"/>
          </p:cNvSpPr>
          <p:nvPr>
            <p:ph type="sldNum" sz="quarter" idx="5"/>
          </p:nvPr>
        </p:nvSpPr>
        <p:spPr/>
        <p:txBody>
          <a:bodyPr/>
          <a:lstStyle/>
          <a:p>
            <a:fld id="{6D4A5B5A-5E1D-4D1F-B88E-A16B47E5A05A}" type="slidenum">
              <a:rPr lang="de-AT" smtClean="0"/>
              <a:t>12</a:t>
            </a:fld>
            <a:endParaRPr lang="de-AT"/>
          </a:p>
        </p:txBody>
      </p:sp>
    </p:spTree>
    <p:extLst>
      <p:ext uri="{BB962C8B-B14F-4D97-AF65-F5344CB8AC3E}">
        <p14:creationId xmlns:p14="http://schemas.microsoft.com/office/powerpoint/2010/main" val="4045077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AT" dirty="0"/>
              <a:t>Exchange  =&gt; Wert auf was neues setzen und alten Wert zurückgeben</a:t>
            </a:r>
          </a:p>
        </p:txBody>
      </p:sp>
      <p:sp>
        <p:nvSpPr>
          <p:cNvPr id="4" name="Foliennummernplatzhalter 3"/>
          <p:cNvSpPr>
            <a:spLocks noGrp="1"/>
          </p:cNvSpPr>
          <p:nvPr>
            <p:ph type="sldNum" sz="quarter" idx="5"/>
          </p:nvPr>
        </p:nvSpPr>
        <p:spPr/>
        <p:txBody>
          <a:bodyPr/>
          <a:lstStyle/>
          <a:p>
            <a:fld id="{6D4A5B5A-5E1D-4D1F-B88E-A16B47E5A05A}" type="slidenum">
              <a:rPr lang="de-AT" smtClean="0"/>
              <a:t>13</a:t>
            </a:fld>
            <a:endParaRPr lang="de-AT"/>
          </a:p>
        </p:txBody>
      </p:sp>
    </p:spTree>
    <p:extLst>
      <p:ext uri="{BB962C8B-B14F-4D97-AF65-F5344CB8AC3E}">
        <p14:creationId xmlns:p14="http://schemas.microsoft.com/office/powerpoint/2010/main" val="1188196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6D4A5B5A-5E1D-4D1F-B88E-A16B47E5A05A}" type="slidenum">
              <a:rPr lang="de-AT" smtClean="0"/>
              <a:t>14</a:t>
            </a:fld>
            <a:endParaRPr lang="de-AT"/>
          </a:p>
        </p:txBody>
      </p:sp>
    </p:spTree>
    <p:extLst>
      <p:ext uri="{BB962C8B-B14F-4D97-AF65-F5344CB8AC3E}">
        <p14:creationId xmlns:p14="http://schemas.microsoft.com/office/powerpoint/2010/main" val="36403206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1524000" y="1122363"/>
            <a:ext cx="9144000" cy="2387600"/>
          </a:xfrm>
        </p:spPr>
        <p:txBody>
          <a:bodyPr anchor="b"/>
          <a:lstStyle>
            <a:lvl1pPr algn="ctr">
              <a:defRPr sz="6000">
                <a:solidFill>
                  <a:schemeClr val="accent2"/>
                </a:solidFill>
              </a:defRPr>
            </a:lvl1pPr>
          </a:lstStyle>
          <a:p>
            <a:r>
              <a:rPr lang="de-DE" dirty="0"/>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6" name="Foliennummernplatzhalter 5"/>
          <p:cNvSpPr>
            <a:spLocks noGrp="1"/>
          </p:cNvSpPr>
          <p:nvPr>
            <p:ph type="sldNum" sz="quarter" idx="12"/>
          </p:nvPr>
        </p:nvSpPr>
        <p:spPr>
          <a:xfrm>
            <a:off x="9228666" y="6356350"/>
            <a:ext cx="1439334" cy="365125"/>
          </a:xfrm>
        </p:spPr>
        <p:txBody>
          <a:bodyPr/>
          <a:lstStyle/>
          <a:p>
            <a:fld id="{B7884788-858E-49C7-88BA-D6731F2C7FAB}" type="slidenum">
              <a:rPr lang="de-AT" smtClean="0"/>
              <a:t>‹Nr.›</a:t>
            </a:fld>
            <a:endParaRPr lang="de-AT"/>
          </a:p>
        </p:txBody>
      </p:sp>
      <p:pic>
        <p:nvPicPr>
          <p:cNvPr id="7"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522"/>
            <a:ext cx="12192000" cy="637529"/>
          </a:xfrm>
          <a:prstGeom prst="rect">
            <a:avLst/>
          </a:prstGeom>
        </p:spPr>
      </p:pic>
      <p:sp>
        <p:nvSpPr>
          <p:cNvPr id="11" name="Fußzeilenplatzhalter 4"/>
          <p:cNvSpPr>
            <a:spLocks noGrp="1"/>
          </p:cNvSpPr>
          <p:nvPr>
            <p:ph type="ftr" sz="quarter" idx="11"/>
          </p:nvPr>
        </p:nvSpPr>
        <p:spPr>
          <a:xfrm>
            <a:off x="1447799" y="6356350"/>
            <a:ext cx="7772400" cy="365125"/>
          </a:xfrm>
        </p:spPr>
        <p:txBody>
          <a:bodyPr/>
          <a:lstStyle/>
          <a:p>
            <a:r>
              <a:rPr lang="de-DE"/>
              <a:t>© ppedv AG</a:t>
            </a:r>
          </a:p>
        </p:txBody>
      </p:sp>
      <p:sp>
        <p:nvSpPr>
          <p:cNvPr id="8" name="Rechteck 7"/>
          <p:cNvSpPr/>
          <p:nvPr/>
        </p:nvSpPr>
        <p:spPr>
          <a:xfrm>
            <a:off x="1961804" y="41565"/>
            <a:ext cx="1263534" cy="365125"/>
          </a:xfrm>
          <a:prstGeom prst="rect">
            <a:avLst/>
          </a:prstGeom>
          <a:solidFill>
            <a:srgbClr val="D4D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090978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457200"/>
            <a:ext cx="10515600" cy="1233488"/>
          </a:xfrm>
        </p:spPr>
        <p:txBody>
          <a:bodyPr/>
          <a:lstStyle>
            <a:lvl1pPr>
              <a:defRPr>
                <a:solidFill>
                  <a:schemeClr val="accent2"/>
                </a:solidFill>
              </a:defRPr>
            </a:lvl1pPr>
          </a:lstStyle>
          <a:p>
            <a:r>
              <a:rPr lang="de-DE" dirty="0"/>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1"/>
          </p:nvPr>
        </p:nvSpPr>
        <p:spPr/>
        <p:txBody>
          <a:bodyPr/>
          <a:lstStyle/>
          <a:p>
            <a:r>
              <a:rPr lang="de-DE"/>
              <a:t>© ppedv AG</a:t>
            </a:r>
          </a:p>
        </p:txBody>
      </p:sp>
      <p:sp>
        <p:nvSpPr>
          <p:cNvPr id="6" name="Foliennummernplatzhalter 5"/>
          <p:cNvSpPr>
            <a:spLocks noGrp="1"/>
          </p:cNvSpPr>
          <p:nvPr>
            <p:ph type="sldNum" sz="quarter" idx="12"/>
          </p:nvPr>
        </p:nvSpPr>
        <p:spPr/>
        <p:txBody>
          <a:bodyPr/>
          <a:lstStyle/>
          <a:p>
            <a:fld id="{B7884788-858E-49C7-88BA-D6731F2C7FAB}" type="slidenum">
              <a:rPr lang="de-AT" smtClean="0"/>
              <a:t>‹Nr.›</a:t>
            </a:fld>
            <a:endParaRPr lang="de-AT"/>
          </a:p>
        </p:txBody>
      </p:sp>
    </p:spTree>
    <p:extLst>
      <p:ext uri="{BB962C8B-B14F-4D97-AF65-F5344CB8AC3E}">
        <p14:creationId xmlns:p14="http://schemas.microsoft.com/office/powerpoint/2010/main" val="1282012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solidFill>
                  <a:schemeClr val="accent2"/>
                </a:solidFill>
              </a:defRPr>
            </a:lvl1pPr>
          </a:lstStyle>
          <a:p>
            <a:r>
              <a:rPr lang="de-DE" dirty="0"/>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5" name="Fußzeilenplatzhalter 4"/>
          <p:cNvSpPr>
            <a:spLocks noGrp="1"/>
          </p:cNvSpPr>
          <p:nvPr>
            <p:ph type="ftr" sz="quarter" idx="11"/>
          </p:nvPr>
        </p:nvSpPr>
        <p:spPr/>
        <p:txBody>
          <a:bodyPr/>
          <a:lstStyle/>
          <a:p>
            <a:r>
              <a:rPr lang="de-DE"/>
              <a:t>© ppedv AG</a:t>
            </a:r>
          </a:p>
        </p:txBody>
      </p:sp>
      <p:sp>
        <p:nvSpPr>
          <p:cNvPr id="6" name="Foliennummernplatzhalter 5"/>
          <p:cNvSpPr>
            <a:spLocks noGrp="1"/>
          </p:cNvSpPr>
          <p:nvPr>
            <p:ph type="sldNum" sz="quarter" idx="12"/>
          </p:nvPr>
        </p:nvSpPr>
        <p:spPr/>
        <p:txBody>
          <a:bodyPr/>
          <a:lstStyle/>
          <a:p>
            <a:fld id="{B7884788-858E-49C7-88BA-D6731F2C7FAB}" type="slidenum">
              <a:rPr lang="de-AT" smtClean="0"/>
              <a:t>‹Nr.›</a:t>
            </a:fld>
            <a:endParaRPr lang="de-AT"/>
          </a:p>
        </p:txBody>
      </p:sp>
    </p:spTree>
    <p:extLst>
      <p:ext uri="{BB962C8B-B14F-4D97-AF65-F5344CB8AC3E}">
        <p14:creationId xmlns:p14="http://schemas.microsoft.com/office/powerpoint/2010/main" val="140189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838200" y="465667"/>
            <a:ext cx="10515600" cy="1225021"/>
          </a:xfrm>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p>
            <a:r>
              <a:rPr lang="de-DE"/>
              <a:t>© ppedv AG</a:t>
            </a:r>
          </a:p>
        </p:txBody>
      </p:sp>
      <p:sp>
        <p:nvSpPr>
          <p:cNvPr id="7" name="Foliennummernplatzhalter 6"/>
          <p:cNvSpPr>
            <a:spLocks noGrp="1"/>
          </p:cNvSpPr>
          <p:nvPr>
            <p:ph type="sldNum" sz="quarter" idx="12"/>
          </p:nvPr>
        </p:nvSpPr>
        <p:spPr/>
        <p:txBody>
          <a:bodyPr/>
          <a:lstStyle/>
          <a:p>
            <a:fld id="{B7884788-858E-49C7-88BA-D6731F2C7FAB}" type="slidenum">
              <a:rPr lang="de-AT" smtClean="0"/>
              <a:t>‹Nr.›</a:t>
            </a:fld>
            <a:endParaRPr lang="de-AT"/>
          </a:p>
        </p:txBody>
      </p:sp>
    </p:spTree>
    <p:extLst>
      <p:ext uri="{BB962C8B-B14F-4D97-AF65-F5344CB8AC3E}">
        <p14:creationId xmlns:p14="http://schemas.microsoft.com/office/powerpoint/2010/main" val="866745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10515600" cy="1233488"/>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8" name="Fußzeilenplatzhalter 7"/>
          <p:cNvSpPr>
            <a:spLocks noGrp="1"/>
          </p:cNvSpPr>
          <p:nvPr>
            <p:ph type="ftr" sz="quarter" idx="11"/>
          </p:nvPr>
        </p:nvSpPr>
        <p:spPr/>
        <p:txBody>
          <a:bodyPr/>
          <a:lstStyle/>
          <a:p>
            <a:r>
              <a:rPr lang="de-DE"/>
              <a:t>© ppedv AG</a:t>
            </a:r>
          </a:p>
        </p:txBody>
      </p:sp>
      <p:sp>
        <p:nvSpPr>
          <p:cNvPr id="9" name="Foliennummernplatzhalter 8"/>
          <p:cNvSpPr>
            <a:spLocks noGrp="1"/>
          </p:cNvSpPr>
          <p:nvPr>
            <p:ph type="sldNum" sz="quarter" idx="12"/>
          </p:nvPr>
        </p:nvSpPr>
        <p:spPr/>
        <p:txBody>
          <a:bodyPr/>
          <a:lstStyle/>
          <a:p>
            <a:fld id="{B7884788-858E-49C7-88BA-D6731F2C7FAB}" type="slidenum">
              <a:rPr lang="de-AT" smtClean="0"/>
              <a:t>‹Nr.›</a:t>
            </a:fld>
            <a:endParaRPr lang="de-AT"/>
          </a:p>
        </p:txBody>
      </p:sp>
    </p:spTree>
    <p:extLst>
      <p:ext uri="{BB962C8B-B14F-4D97-AF65-F5344CB8AC3E}">
        <p14:creationId xmlns:p14="http://schemas.microsoft.com/office/powerpoint/2010/main" val="396370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838200" y="457200"/>
            <a:ext cx="10515600" cy="1233488"/>
          </a:xfrm>
        </p:spPr>
        <p:txBody>
          <a:bodyPr/>
          <a:lstStyle/>
          <a:p>
            <a:r>
              <a:rPr lang="de-DE"/>
              <a:t>Titelmasterformat durch Klicken bearbeiten</a:t>
            </a:r>
            <a:endParaRPr lang="de-DE" dirty="0"/>
          </a:p>
        </p:txBody>
      </p:sp>
      <p:sp>
        <p:nvSpPr>
          <p:cNvPr id="4" name="Fußzeilenplatzhalter 3"/>
          <p:cNvSpPr>
            <a:spLocks noGrp="1"/>
          </p:cNvSpPr>
          <p:nvPr>
            <p:ph type="ftr" sz="quarter" idx="11"/>
          </p:nvPr>
        </p:nvSpPr>
        <p:spPr/>
        <p:txBody>
          <a:bodyPr/>
          <a:lstStyle/>
          <a:p>
            <a:r>
              <a:rPr lang="de-DE"/>
              <a:t>© ppedv AG</a:t>
            </a:r>
          </a:p>
        </p:txBody>
      </p:sp>
      <p:sp>
        <p:nvSpPr>
          <p:cNvPr id="5" name="Foliennummernplatzhalter 4"/>
          <p:cNvSpPr>
            <a:spLocks noGrp="1"/>
          </p:cNvSpPr>
          <p:nvPr>
            <p:ph type="sldNum" sz="quarter" idx="12"/>
          </p:nvPr>
        </p:nvSpPr>
        <p:spPr/>
        <p:txBody>
          <a:bodyPr/>
          <a:lstStyle/>
          <a:p>
            <a:fld id="{B7884788-858E-49C7-88BA-D6731F2C7FAB}" type="slidenum">
              <a:rPr lang="de-AT" smtClean="0"/>
              <a:t>‹Nr.›</a:t>
            </a:fld>
            <a:endParaRPr lang="de-AT"/>
          </a:p>
        </p:txBody>
      </p:sp>
    </p:spTree>
    <p:extLst>
      <p:ext uri="{BB962C8B-B14F-4D97-AF65-F5344CB8AC3E}">
        <p14:creationId xmlns:p14="http://schemas.microsoft.com/office/powerpoint/2010/main" val="3310781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B7884788-858E-49C7-88BA-D6731F2C7FAB}" type="slidenum">
              <a:rPr lang="de-AT" smtClean="0"/>
              <a:t>‹Nr.›</a:t>
            </a:fld>
            <a:endParaRPr lang="de-AT"/>
          </a:p>
        </p:txBody>
      </p:sp>
      <p:sp>
        <p:nvSpPr>
          <p:cNvPr id="5" name="Fußzeilenplatzhalter 4"/>
          <p:cNvSpPr txBox="1">
            <a:spLocks/>
          </p:cNvSpPr>
          <p:nvPr/>
        </p:nvSpPr>
        <p:spPr>
          <a:xfrm>
            <a:off x="838203" y="6356350"/>
            <a:ext cx="7772400" cy="36512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dirty="0"/>
              <a:t>© ppedv AG</a:t>
            </a:r>
          </a:p>
        </p:txBody>
      </p:sp>
    </p:spTree>
    <p:extLst>
      <p:ext uri="{BB962C8B-B14F-4D97-AF65-F5344CB8AC3E}">
        <p14:creationId xmlns:p14="http://schemas.microsoft.com/office/powerpoint/2010/main" val="2401414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6" name="Fußzeilenplatzhalter 5"/>
          <p:cNvSpPr>
            <a:spLocks noGrp="1"/>
          </p:cNvSpPr>
          <p:nvPr>
            <p:ph type="ftr" sz="quarter" idx="11"/>
          </p:nvPr>
        </p:nvSpPr>
        <p:spPr/>
        <p:txBody>
          <a:bodyPr/>
          <a:lstStyle/>
          <a:p>
            <a:r>
              <a:rPr lang="de-DE"/>
              <a:t>© ppedv AG</a:t>
            </a:r>
          </a:p>
        </p:txBody>
      </p:sp>
      <p:sp>
        <p:nvSpPr>
          <p:cNvPr id="7" name="Foliennummernplatzhalter 6"/>
          <p:cNvSpPr>
            <a:spLocks noGrp="1"/>
          </p:cNvSpPr>
          <p:nvPr>
            <p:ph type="sldNum" sz="quarter" idx="12"/>
          </p:nvPr>
        </p:nvSpPr>
        <p:spPr/>
        <p:txBody>
          <a:bodyPr/>
          <a:lstStyle/>
          <a:p>
            <a:fld id="{B7884788-858E-49C7-88BA-D6731F2C7FAB}" type="slidenum">
              <a:rPr lang="de-AT" smtClean="0"/>
              <a:t>‹Nr.›</a:t>
            </a:fld>
            <a:endParaRPr lang="de-AT"/>
          </a:p>
        </p:txBody>
      </p:sp>
    </p:spTree>
    <p:extLst>
      <p:ext uri="{BB962C8B-B14F-4D97-AF65-F5344CB8AC3E}">
        <p14:creationId xmlns:p14="http://schemas.microsoft.com/office/powerpoint/2010/main" val="135220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6" name="Fußzeilenplatzhalter 5"/>
          <p:cNvSpPr>
            <a:spLocks noGrp="1"/>
          </p:cNvSpPr>
          <p:nvPr>
            <p:ph type="ftr" sz="quarter" idx="11"/>
          </p:nvPr>
        </p:nvSpPr>
        <p:spPr/>
        <p:txBody>
          <a:bodyPr/>
          <a:lstStyle/>
          <a:p>
            <a:r>
              <a:rPr lang="de-DE"/>
              <a:t>© ppedv AG</a:t>
            </a:r>
          </a:p>
        </p:txBody>
      </p:sp>
      <p:sp>
        <p:nvSpPr>
          <p:cNvPr id="7" name="Foliennummernplatzhalter 6"/>
          <p:cNvSpPr>
            <a:spLocks noGrp="1"/>
          </p:cNvSpPr>
          <p:nvPr>
            <p:ph type="sldNum" sz="quarter" idx="12"/>
          </p:nvPr>
        </p:nvSpPr>
        <p:spPr/>
        <p:txBody>
          <a:bodyPr/>
          <a:lstStyle/>
          <a:p>
            <a:fld id="{B7884788-858E-49C7-88BA-D6731F2C7FAB}" type="slidenum">
              <a:rPr lang="de-AT" smtClean="0"/>
              <a:t>‹Nr.›</a:t>
            </a:fld>
            <a:endParaRPr lang="de-AT"/>
          </a:p>
        </p:txBody>
      </p:sp>
    </p:spTree>
    <p:extLst>
      <p:ext uri="{BB962C8B-B14F-4D97-AF65-F5344CB8AC3E}">
        <p14:creationId xmlns:p14="http://schemas.microsoft.com/office/powerpoint/2010/main" val="2509513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a:xfrm>
            <a:off x="838200" y="457201"/>
            <a:ext cx="10515600" cy="1233488"/>
          </a:xfrm>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1"/>
          </p:nvPr>
        </p:nvSpPr>
        <p:spPr/>
        <p:txBody>
          <a:bodyPr/>
          <a:lstStyle/>
          <a:p>
            <a:r>
              <a:rPr lang="de-DE"/>
              <a:t>© ppedv AG</a:t>
            </a:r>
          </a:p>
        </p:txBody>
      </p:sp>
      <p:sp>
        <p:nvSpPr>
          <p:cNvPr id="6" name="Foliennummernplatzhalter 5"/>
          <p:cNvSpPr>
            <a:spLocks noGrp="1"/>
          </p:cNvSpPr>
          <p:nvPr>
            <p:ph type="sldNum" sz="quarter" idx="12"/>
          </p:nvPr>
        </p:nvSpPr>
        <p:spPr/>
        <p:txBody>
          <a:bodyPr/>
          <a:lstStyle/>
          <a:p>
            <a:fld id="{B7884788-858E-49C7-88BA-D6731F2C7FAB}" type="slidenum">
              <a:rPr lang="de-AT" smtClean="0"/>
              <a:t>‹Nr.›</a:t>
            </a:fld>
            <a:endParaRPr lang="de-AT"/>
          </a:p>
        </p:txBody>
      </p:sp>
    </p:spTree>
    <p:extLst>
      <p:ext uri="{BB962C8B-B14F-4D97-AF65-F5344CB8AC3E}">
        <p14:creationId xmlns:p14="http://schemas.microsoft.com/office/powerpoint/2010/main" val="433232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643467"/>
            <a:ext cx="2628900" cy="5533496"/>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643467"/>
            <a:ext cx="7734300" cy="5533496"/>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1"/>
          </p:nvPr>
        </p:nvSpPr>
        <p:spPr/>
        <p:txBody>
          <a:bodyPr/>
          <a:lstStyle/>
          <a:p>
            <a:r>
              <a:rPr lang="de-DE"/>
              <a:t>© ppedv AG</a:t>
            </a:r>
          </a:p>
        </p:txBody>
      </p:sp>
      <p:sp>
        <p:nvSpPr>
          <p:cNvPr id="6" name="Foliennummernplatzhalter 5"/>
          <p:cNvSpPr>
            <a:spLocks noGrp="1"/>
          </p:cNvSpPr>
          <p:nvPr>
            <p:ph type="sldNum" sz="quarter" idx="12"/>
          </p:nvPr>
        </p:nvSpPr>
        <p:spPr/>
        <p:txBody>
          <a:bodyPr/>
          <a:lstStyle/>
          <a:p>
            <a:fld id="{B7884788-858E-49C7-88BA-D6731F2C7FAB}" type="slidenum">
              <a:rPr lang="de-AT" smtClean="0"/>
              <a:t>‹Nr.›</a:t>
            </a:fld>
            <a:endParaRPr lang="de-AT"/>
          </a:p>
        </p:txBody>
      </p:sp>
    </p:spTree>
    <p:extLst>
      <p:ext uri="{BB962C8B-B14F-4D97-AF65-F5344CB8AC3E}">
        <p14:creationId xmlns:p14="http://schemas.microsoft.com/office/powerpoint/2010/main" val="33223203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a:xfrm>
            <a:off x="609600" y="470580"/>
            <a:ext cx="10972800" cy="1143000"/>
          </a:xfrm>
          <a:prstGeom prst="rect">
            <a:avLst/>
          </a:prstGeom>
        </p:spPr>
        <p:txBody>
          <a:bodyPr/>
          <a:lstStyle/>
          <a:p>
            <a:r>
              <a:rPr lang="de-DE"/>
              <a:t>Titelmasterformat durch Klicken bearbeiten</a:t>
            </a:r>
          </a:p>
        </p:txBody>
      </p:sp>
      <p:sp>
        <p:nvSpPr>
          <p:cNvPr id="3" name="Datumsplatzhalter 2"/>
          <p:cNvSpPr>
            <a:spLocks noGrp="1"/>
          </p:cNvSpPr>
          <p:nvPr>
            <p:ph type="dt" sz="half" idx="10"/>
          </p:nvPr>
        </p:nvSpPr>
        <p:spPr>
          <a:xfrm>
            <a:off x="609600" y="6356351"/>
            <a:ext cx="2844800" cy="365125"/>
          </a:xfrm>
          <a:prstGeom prst="rect">
            <a:avLst/>
          </a:prstGeom>
        </p:spPr>
        <p:txBody>
          <a:bodyPr/>
          <a:lstStyle/>
          <a:p>
            <a:endParaRPr lang="de-DE"/>
          </a:p>
        </p:txBody>
      </p:sp>
      <p:sp>
        <p:nvSpPr>
          <p:cNvPr id="4" name="Fußzeilenplatzhalter 3"/>
          <p:cNvSpPr>
            <a:spLocks noGrp="1"/>
          </p:cNvSpPr>
          <p:nvPr>
            <p:ph type="ftr" sz="quarter" idx="11"/>
          </p:nvPr>
        </p:nvSpPr>
        <p:spPr>
          <a:xfrm>
            <a:off x="4165600" y="6356351"/>
            <a:ext cx="3860800" cy="365125"/>
          </a:xfrm>
          <a:prstGeom prst="rect">
            <a:avLst/>
          </a:prstGeom>
        </p:spPr>
        <p:txBody>
          <a:bodyPr/>
          <a:lstStyle/>
          <a:p>
            <a:r>
              <a:rPr lang="de-DE"/>
              <a:t>© ppedv AG</a:t>
            </a:r>
          </a:p>
        </p:txBody>
      </p:sp>
      <p:sp>
        <p:nvSpPr>
          <p:cNvPr id="5" name="Foliennummernplatzhalter 4"/>
          <p:cNvSpPr>
            <a:spLocks noGrp="1"/>
          </p:cNvSpPr>
          <p:nvPr>
            <p:ph type="sldNum" sz="quarter" idx="12"/>
          </p:nvPr>
        </p:nvSpPr>
        <p:spPr/>
        <p:txBody>
          <a:bodyPr/>
          <a:lstStyle/>
          <a:p>
            <a:fld id="{B7884788-858E-49C7-88BA-D6731F2C7FAB}" type="slidenum">
              <a:rPr lang="de-AT" smtClean="0"/>
              <a:t>‹Nr.›</a:t>
            </a:fld>
            <a:endParaRPr lang="de-AT"/>
          </a:p>
        </p:txBody>
      </p:sp>
    </p:spTree>
    <p:extLst>
      <p:ext uri="{BB962C8B-B14F-4D97-AF65-F5344CB8AC3E}">
        <p14:creationId xmlns:p14="http://schemas.microsoft.com/office/powerpoint/2010/main" val="2052810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465667"/>
            <a:ext cx="10515600" cy="1225021"/>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3"/>
          </p:nvPr>
        </p:nvSpPr>
        <p:spPr>
          <a:xfrm>
            <a:off x="838200" y="6356350"/>
            <a:ext cx="77724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 ppedv AG</a:t>
            </a:r>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884788-858E-49C7-88BA-D6731F2C7FAB}" type="slidenum">
              <a:rPr lang="de-AT" smtClean="0"/>
              <a:t>‹Nr.›</a:t>
            </a:fld>
            <a:endParaRPr lang="de-AT"/>
          </a:p>
        </p:txBody>
      </p:sp>
      <p:pic>
        <p:nvPicPr>
          <p:cNvPr id="7" name="Grafik 6"/>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4442"/>
            <a:ext cx="12192000" cy="637529"/>
          </a:xfrm>
          <a:prstGeom prst="rect">
            <a:avLst/>
          </a:prstGeom>
        </p:spPr>
      </p:pic>
      <p:sp>
        <p:nvSpPr>
          <p:cNvPr id="8" name="Rechteck 7"/>
          <p:cNvSpPr/>
          <p:nvPr/>
        </p:nvSpPr>
        <p:spPr>
          <a:xfrm>
            <a:off x="1961804" y="41565"/>
            <a:ext cx="1263534" cy="365125"/>
          </a:xfrm>
          <a:prstGeom prst="rect">
            <a:avLst/>
          </a:prstGeom>
          <a:solidFill>
            <a:srgbClr val="D4D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64063039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AT" dirty="0"/>
              <a:t>Multithreading</a:t>
            </a:r>
          </a:p>
        </p:txBody>
      </p:sp>
      <p:sp>
        <p:nvSpPr>
          <p:cNvPr id="5" name="Untertitel 4"/>
          <p:cNvSpPr>
            <a:spLocks noGrp="1"/>
          </p:cNvSpPr>
          <p:nvPr>
            <p:ph type="subTitle" idx="1"/>
          </p:nvPr>
        </p:nvSpPr>
        <p:spPr/>
        <p:txBody>
          <a:bodyPr/>
          <a:lstStyle/>
          <a:p>
            <a:endParaRPr lang="de-AT"/>
          </a:p>
        </p:txBody>
      </p:sp>
    </p:spTree>
    <p:extLst>
      <p:ext uri="{BB962C8B-B14F-4D97-AF65-F5344CB8AC3E}">
        <p14:creationId xmlns:p14="http://schemas.microsoft.com/office/powerpoint/2010/main" val="1023712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052639-38DE-4411-8B16-931D899F06D7}"/>
              </a:ext>
            </a:extLst>
          </p:cNvPr>
          <p:cNvSpPr>
            <a:spLocks noGrp="1"/>
          </p:cNvSpPr>
          <p:nvPr>
            <p:ph type="title"/>
          </p:nvPr>
        </p:nvSpPr>
        <p:spPr/>
        <p:txBody>
          <a:bodyPr/>
          <a:lstStyle/>
          <a:p>
            <a:r>
              <a:rPr lang="de-AT" dirty="0"/>
              <a:t>Multithreading</a:t>
            </a:r>
          </a:p>
        </p:txBody>
      </p:sp>
      <p:sp>
        <p:nvSpPr>
          <p:cNvPr id="3" name="Inhaltsplatzhalter 2">
            <a:extLst>
              <a:ext uri="{FF2B5EF4-FFF2-40B4-BE49-F238E27FC236}">
                <a16:creationId xmlns:a16="http://schemas.microsoft.com/office/drawing/2014/main" id="{5E9D0E26-D23B-4582-AB16-7F9E79A6A421}"/>
              </a:ext>
            </a:extLst>
          </p:cNvPr>
          <p:cNvSpPr>
            <a:spLocks noGrp="1"/>
          </p:cNvSpPr>
          <p:nvPr>
            <p:ph idx="1"/>
          </p:nvPr>
        </p:nvSpPr>
        <p:spPr/>
        <p:txBody>
          <a:bodyPr/>
          <a:lstStyle/>
          <a:p>
            <a:r>
              <a:rPr lang="de-AT" dirty="0"/>
              <a:t>Ziel: mehrere Handlungsstränge „parallel“ abarbeiten</a:t>
            </a:r>
          </a:p>
          <a:p>
            <a:r>
              <a:rPr lang="de-AT" dirty="0"/>
              <a:t>Es kann immer nur 1 Thread pro Kern gleichzeitig ausgeführt werden</a:t>
            </a:r>
          </a:p>
          <a:p>
            <a:pPr lvl="1"/>
            <a:endParaRPr lang="de-AT" dirty="0"/>
          </a:p>
        </p:txBody>
      </p:sp>
      <p:pic>
        <p:nvPicPr>
          <p:cNvPr id="5" name="Grafik 4">
            <a:extLst>
              <a:ext uri="{FF2B5EF4-FFF2-40B4-BE49-F238E27FC236}">
                <a16:creationId xmlns:a16="http://schemas.microsoft.com/office/drawing/2014/main" id="{A77CB416-1C81-4070-A169-56CE9C547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7747" y="3116195"/>
            <a:ext cx="4836506" cy="3284605"/>
          </a:xfrm>
          <a:prstGeom prst="rect">
            <a:avLst/>
          </a:prstGeom>
        </p:spPr>
      </p:pic>
    </p:spTree>
    <p:extLst>
      <p:ext uri="{BB962C8B-B14F-4D97-AF65-F5344CB8AC3E}">
        <p14:creationId xmlns:p14="http://schemas.microsoft.com/office/powerpoint/2010/main" val="3631943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C83504-73D6-4489-96C9-ABEB654080F9}"/>
              </a:ext>
            </a:extLst>
          </p:cNvPr>
          <p:cNvSpPr>
            <a:spLocks noGrp="1"/>
          </p:cNvSpPr>
          <p:nvPr>
            <p:ph type="title"/>
          </p:nvPr>
        </p:nvSpPr>
        <p:spPr/>
        <p:txBody>
          <a:bodyPr/>
          <a:lstStyle/>
          <a:p>
            <a:r>
              <a:rPr lang="de-AT" dirty="0"/>
              <a:t>Thread mit parameterloser Methode</a:t>
            </a:r>
          </a:p>
        </p:txBody>
      </p:sp>
      <p:pic>
        <p:nvPicPr>
          <p:cNvPr id="4" name="Grafik 3">
            <a:extLst>
              <a:ext uri="{FF2B5EF4-FFF2-40B4-BE49-F238E27FC236}">
                <a16:creationId xmlns:a16="http://schemas.microsoft.com/office/drawing/2014/main" id="{A5E17C2C-8918-4119-8D6B-E9862E44E631}"/>
              </a:ext>
            </a:extLst>
          </p:cNvPr>
          <p:cNvPicPr>
            <a:picLocks noChangeAspect="1"/>
          </p:cNvPicPr>
          <p:nvPr/>
        </p:nvPicPr>
        <p:blipFill>
          <a:blip r:embed="rId2"/>
          <a:stretch>
            <a:fillRect/>
          </a:stretch>
        </p:blipFill>
        <p:spPr>
          <a:xfrm>
            <a:off x="3277855" y="2405311"/>
            <a:ext cx="4962525" cy="3619500"/>
          </a:xfrm>
          <a:prstGeom prst="rect">
            <a:avLst/>
          </a:prstGeom>
        </p:spPr>
      </p:pic>
    </p:spTree>
    <p:extLst>
      <p:ext uri="{BB962C8B-B14F-4D97-AF65-F5344CB8AC3E}">
        <p14:creationId xmlns:p14="http://schemas.microsoft.com/office/powerpoint/2010/main" val="806401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515429-F54E-4690-B0EC-4B0A574503BE}"/>
              </a:ext>
            </a:extLst>
          </p:cNvPr>
          <p:cNvSpPr>
            <a:spLocks noGrp="1"/>
          </p:cNvSpPr>
          <p:nvPr>
            <p:ph type="title"/>
          </p:nvPr>
        </p:nvSpPr>
        <p:spPr/>
        <p:txBody>
          <a:bodyPr/>
          <a:lstStyle/>
          <a:p>
            <a:r>
              <a:rPr lang="de-AT" dirty="0"/>
              <a:t>Threads und Parameter</a:t>
            </a:r>
          </a:p>
        </p:txBody>
      </p:sp>
      <p:pic>
        <p:nvPicPr>
          <p:cNvPr id="4" name="Grafik 3">
            <a:extLst>
              <a:ext uri="{FF2B5EF4-FFF2-40B4-BE49-F238E27FC236}">
                <a16:creationId xmlns:a16="http://schemas.microsoft.com/office/drawing/2014/main" id="{6196D11F-2E77-409E-9EB5-43544C81F7EB}"/>
              </a:ext>
            </a:extLst>
          </p:cNvPr>
          <p:cNvPicPr>
            <a:picLocks noChangeAspect="1"/>
          </p:cNvPicPr>
          <p:nvPr/>
        </p:nvPicPr>
        <p:blipFill>
          <a:blip r:embed="rId2"/>
          <a:stretch>
            <a:fillRect/>
          </a:stretch>
        </p:blipFill>
        <p:spPr>
          <a:xfrm>
            <a:off x="1971675" y="2305550"/>
            <a:ext cx="8248650" cy="3562350"/>
          </a:xfrm>
          <a:prstGeom prst="rect">
            <a:avLst/>
          </a:prstGeom>
        </p:spPr>
      </p:pic>
    </p:spTree>
    <p:extLst>
      <p:ext uri="{BB962C8B-B14F-4D97-AF65-F5344CB8AC3E}">
        <p14:creationId xmlns:p14="http://schemas.microsoft.com/office/powerpoint/2010/main" val="3073809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756478-061E-45A2-98F4-ED3C0924DC78}"/>
              </a:ext>
            </a:extLst>
          </p:cNvPr>
          <p:cNvSpPr>
            <a:spLocks noGrp="1"/>
          </p:cNvSpPr>
          <p:nvPr>
            <p:ph type="title"/>
          </p:nvPr>
        </p:nvSpPr>
        <p:spPr/>
        <p:txBody>
          <a:bodyPr/>
          <a:lstStyle/>
          <a:p>
            <a:r>
              <a:rPr lang="de-AT" dirty="0"/>
              <a:t>Auf einen Thread warten</a:t>
            </a:r>
          </a:p>
        </p:txBody>
      </p:sp>
      <p:pic>
        <p:nvPicPr>
          <p:cNvPr id="5" name="Grafik 4">
            <a:extLst>
              <a:ext uri="{FF2B5EF4-FFF2-40B4-BE49-F238E27FC236}">
                <a16:creationId xmlns:a16="http://schemas.microsoft.com/office/drawing/2014/main" id="{30F907E3-5EA8-4645-9A8B-365359D3F6B4}"/>
              </a:ext>
            </a:extLst>
          </p:cNvPr>
          <p:cNvPicPr>
            <a:picLocks noChangeAspect="1"/>
          </p:cNvPicPr>
          <p:nvPr/>
        </p:nvPicPr>
        <p:blipFill>
          <a:blip r:embed="rId3"/>
          <a:stretch>
            <a:fillRect/>
          </a:stretch>
        </p:blipFill>
        <p:spPr>
          <a:xfrm>
            <a:off x="708610" y="2715126"/>
            <a:ext cx="6315075" cy="2743200"/>
          </a:xfrm>
          <a:prstGeom prst="rect">
            <a:avLst/>
          </a:prstGeom>
        </p:spPr>
      </p:pic>
      <p:pic>
        <p:nvPicPr>
          <p:cNvPr id="6" name="Grafik 5">
            <a:extLst>
              <a:ext uri="{FF2B5EF4-FFF2-40B4-BE49-F238E27FC236}">
                <a16:creationId xmlns:a16="http://schemas.microsoft.com/office/drawing/2014/main" id="{C1B9C518-4330-47A5-9B75-882576C15A84}"/>
              </a:ext>
            </a:extLst>
          </p:cNvPr>
          <p:cNvPicPr>
            <a:picLocks noChangeAspect="1"/>
          </p:cNvPicPr>
          <p:nvPr/>
        </p:nvPicPr>
        <p:blipFill>
          <a:blip r:embed="rId4"/>
          <a:stretch>
            <a:fillRect/>
          </a:stretch>
        </p:blipFill>
        <p:spPr>
          <a:xfrm>
            <a:off x="7178090" y="2715126"/>
            <a:ext cx="4305300" cy="2409825"/>
          </a:xfrm>
          <a:prstGeom prst="rect">
            <a:avLst/>
          </a:prstGeom>
        </p:spPr>
      </p:pic>
    </p:spTree>
    <p:extLst>
      <p:ext uri="{BB962C8B-B14F-4D97-AF65-F5344CB8AC3E}">
        <p14:creationId xmlns:p14="http://schemas.microsoft.com/office/powerpoint/2010/main" val="2341571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A4B5C39-366D-441F-BBAD-3E57098B4A61}"/>
              </a:ext>
            </a:extLst>
          </p:cNvPr>
          <p:cNvSpPr>
            <a:spLocks noGrp="1"/>
          </p:cNvSpPr>
          <p:nvPr>
            <p:ph type="title"/>
          </p:nvPr>
        </p:nvSpPr>
        <p:spPr/>
        <p:txBody>
          <a:bodyPr/>
          <a:lstStyle/>
          <a:p>
            <a:r>
              <a:rPr lang="de-AT" dirty="0"/>
              <a:t>Thread beenden</a:t>
            </a:r>
          </a:p>
        </p:txBody>
      </p:sp>
      <p:pic>
        <p:nvPicPr>
          <p:cNvPr id="5" name="Grafik 4">
            <a:extLst>
              <a:ext uri="{FF2B5EF4-FFF2-40B4-BE49-F238E27FC236}">
                <a16:creationId xmlns:a16="http://schemas.microsoft.com/office/drawing/2014/main" id="{0E30EE6E-F741-4161-9E67-653E0B0B28AE}"/>
              </a:ext>
            </a:extLst>
          </p:cNvPr>
          <p:cNvPicPr>
            <a:picLocks noChangeAspect="1"/>
          </p:cNvPicPr>
          <p:nvPr/>
        </p:nvPicPr>
        <p:blipFill>
          <a:blip r:embed="rId2"/>
          <a:stretch>
            <a:fillRect/>
          </a:stretch>
        </p:blipFill>
        <p:spPr>
          <a:xfrm>
            <a:off x="693822" y="2775783"/>
            <a:ext cx="4819650" cy="2686050"/>
          </a:xfrm>
          <a:prstGeom prst="rect">
            <a:avLst/>
          </a:prstGeom>
        </p:spPr>
      </p:pic>
      <p:pic>
        <p:nvPicPr>
          <p:cNvPr id="6" name="Grafik 5">
            <a:extLst>
              <a:ext uri="{FF2B5EF4-FFF2-40B4-BE49-F238E27FC236}">
                <a16:creationId xmlns:a16="http://schemas.microsoft.com/office/drawing/2014/main" id="{A6B6A0A0-CD7B-4CE2-A046-51D5E19A59F0}"/>
              </a:ext>
            </a:extLst>
          </p:cNvPr>
          <p:cNvPicPr>
            <a:picLocks noChangeAspect="1"/>
          </p:cNvPicPr>
          <p:nvPr/>
        </p:nvPicPr>
        <p:blipFill>
          <a:blip r:embed="rId3"/>
          <a:stretch>
            <a:fillRect/>
          </a:stretch>
        </p:blipFill>
        <p:spPr>
          <a:xfrm>
            <a:off x="7178090" y="2715126"/>
            <a:ext cx="4305300" cy="2409825"/>
          </a:xfrm>
          <a:prstGeom prst="rect">
            <a:avLst/>
          </a:prstGeom>
        </p:spPr>
      </p:pic>
    </p:spTree>
    <p:extLst>
      <p:ext uri="{BB962C8B-B14F-4D97-AF65-F5344CB8AC3E}">
        <p14:creationId xmlns:p14="http://schemas.microsoft.com/office/powerpoint/2010/main" val="1606103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0D10AA-ABD0-4F98-B192-2786451405C1}"/>
              </a:ext>
            </a:extLst>
          </p:cNvPr>
          <p:cNvSpPr>
            <a:spLocks noGrp="1"/>
          </p:cNvSpPr>
          <p:nvPr>
            <p:ph type="title"/>
          </p:nvPr>
        </p:nvSpPr>
        <p:spPr/>
        <p:txBody>
          <a:bodyPr/>
          <a:lstStyle/>
          <a:p>
            <a:r>
              <a:rPr lang="de-AT" dirty="0"/>
              <a:t>Threadpool</a:t>
            </a:r>
          </a:p>
        </p:txBody>
      </p:sp>
      <p:pic>
        <p:nvPicPr>
          <p:cNvPr id="4" name="Grafik 3">
            <a:extLst>
              <a:ext uri="{FF2B5EF4-FFF2-40B4-BE49-F238E27FC236}">
                <a16:creationId xmlns:a16="http://schemas.microsoft.com/office/drawing/2014/main" id="{B3B802D9-A364-4CA6-93D9-CC25A61A0842}"/>
              </a:ext>
            </a:extLst>
          </p:cNvPr>
          <p:cNvPicPr>
            <a:picLocks noChangeAspect="1"/>
          </p:cNvPicPr>
          <p:nvPr/>
        </p:nvPicPr>
        <p:blipFill>
          <a:blip r:embed="rId2"/>
          <a:stretch>
            <a:fillRect/>
          </a:stretch>
        </p:blipFill>
        <p:spPr>
          <a:xfrm>
            <a:off x="3414712" y="1968667"/>
            <a:ext cx="5362575" cy="3562350"/>
          </a:xfrm>
          <a:prstGeom prst="rect">
            <a:avLst/>
          </a:prstGeom>
        </p:spPr>
      </p:pic>
    </p:spTree>
    <p:extLst>
      <p:ext uri="{BB962C8B-B14F-4D97-AF65-F5344CB8AC3E}">
        <p14:creationId xmlns:p14="http://schemas.microsoft.com/office/powerpoint/2010/main" val="135771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922E1B-676C-4D06-BFCB-5E109B056A86}"/>
              </a:ext>
            </a:extLst>
          </p:cNvPr>
          <p:cNvSpPr>
            <a:spLocks noGrp="1"/>
          </p:cNvSpPr>
          <p:nvPr>
            <p:ph type="title"/>
          </p:nvPr>
        </p:nvSpPr>
        <p:spPr/>
        <p:txBody>
          <a:bodyPr/>
          <a:lstStyle/>
          <a:p>
            <a:r>
              <a:rPr lang="de-AT" dirty="0"/>
              <a:t>Vordergrund- und </a:t>
            </a:r>
            <a:r>
              <a:rPr lang="de-AT" dirty="0" err="1"/>
              <a:t>Hintergrundthreads</a:t>
            </a:r>
            <a:endParaRPr lang="de-AT" dirty="0"/>
          </a:p>
        </p:txBody>
      </p:sp>
      <p:sp>
        <p:nvSpPr>
          <p:cNvPr id="3" name="Inhaltsplatzhalter 2">
            <a:extLst>
              <a:ext uri="{FF2B5EF4-FFF2-40B4-BE49-F238E27FC236}">
                <a16:creationId xmlns:a16="http://schemas.microsoft.com/office/drawing/2014/main" id="{17EF7BE2-AF9D-4F15-BBFD-B6E942BC5635}"/>
              </a:ext>
            </a:extLst>
          </p:cNvPr>
          <p:cNvSpPr>
            <a:spLocks noGrp="1"/>
          </p:cNvSpPr>
          <p:nvPr>
            <p:ph idx="1"/>
          </p:nvPr>
        </p:nvSpPr>
        <p:spPr>
          <a:xfrm>
            <a:off x="838200" y="1690688"/>
            <a:ext cx="10515600" cy="4351338"/>
          </a:xfrm>
        </p:spPr>
        <p:txBody>
          <a:bodyPr/>
          <a:lstStyle/>
          <a:p>
            <a:r>
              <a:rPr lang="de-AT" dirty="0" err="1"/>
              <a:t>Thread.IsBackground</a:t>
            </a:r>
            <a:endParaRPr lang="de-AT" dirty="0"/>
          </a:p>
          <a:p>
            <a:r>
              <a:rPr lang="de-AT" dirty="0"/>
              <a:t>Unterschied zwischen Vordergrund- und </a:t>
            </a:r>
            <a:r>
              <a:rPr lang="de-AT" dirty="0" err="1"/>
              <a:t>Hintergrundthreads</a:t>
            </a:r>
            <a:r>
              <a:rPr lang="de-AT" dirty="0"/>
              <a:t>:</a:t>
            </a:r>
          </a:p>
          <a:p>
            <a:pPr lvl="1"/>
            <a:r>
              <a:rPr lang="de-AT" dirty="0"/>
              <a:t>Solange </a:t>
            </a:r>
            <a:r>
              <a:rPr lang="de-AT" dirty="0" err="1"/>
              <a:t>Vordergrundthreads</a:t>
            </a:r>
            <a:r>
              <a:rPr lang="de-AT" dirty="0"/>
              <a:t> laufen, wird die Anwendung von der </a:t>
            </a:r>
            <a:r>
              <a:rPr lang="de-AT" dirty="0" err="1"/>
              <a:t>Runtime</a:t>
            </a:r>
            <a:r>
              <a:rPr lang="de-AT" dirty="0"/>
              <a:t> ausgeführt.</a:t>
            </a:r>
          </a:p>
          <a:p>
            <a:pPr lvl="1"/>
            <a:r>
              <a:rPr lang="de-AT" dirty="0"/>
              <a:t>Wenn der letzte Vordergrundthread zu Ende ist, wird die Anwendung geschlossen und alle </a:t>
            </a:r>
            <a:r>
              <a:rPr lang="de-AT" dirty="0" err="1"/>
              <a:t>Hintergrundthreads</a:t>
            </a:r>
            <a:r>
              <a:rPr lang="de-AT" dirty="0"/>
              <a:t> gestoppt.</a:t>
            </a:r>
          </a:p>
          <a:p>
            <a:pPr marL="457200" lvl="1" indent="0">
              <a:buNone/>
            </a:pPr>
            <a:endParaRPr lang="de-AT" dirty="0"/>
          </a:p>
        </p:txBody>
      </p:sp>
      <p:pic>
        <p:nvPicPr>
          <p:cNvPr id="5" name="Grafik 4">
            <a:extLst>
              <a:ext uri="{FF2B5EF4-FFF2-40B4-BE49-F238E27FC236}">
                <a16:creationId xmlns:a16="http://schemas.microsoft.com/office/drawing/2014/main" id="{886F1B76-99F4-44FF-AF47-F320CF2A30AA}"/>
              </a:ext>
            </a:extLst>
          </p:cNvPr>
          <p:cNvPicPr>
            <a:picLocks noChangeAspect="1"/>
          </p:cNvPicPr>
          <p:nvPr/>
        </p:nvPicPr>
        <p:blipFill>
          <a:blip r:embed="rId3"/>
          <a:stretch>
            <a:fillRect/>
          </a:stretch>
        </p:blipFill>
        <p:spPr>
          <a:xfrm>
            <a:off x="2253163" y="4448175"/>
            <a:ext cx="7172325" cy="1952625"/>
          </a:xfrm>
          <a:prstGeom prst="rect">
            <a:avLst/>
          </a:prstGeom>
        </p:spPr>
      </p:pic>
    </p:spTree>
    <p:extLst>
      <p:ext uri="{BB962C8B-B14F-4D97-AF65-F5344CB8AC3E}">
        <p14:creationId xmlns:p14="http://schemas.microsoft.com/office/powerpoint/2010/main" val="3451784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A67C25-E36F-4A22-B211-C3F4B13E5BB6}"/>
              </a:ext>
            </a:extLst>
          </p:cNvPr>
          <p:cNvSpPr>
            <a:spLocks noGrp="1"/>
          </p:cNvSpPr>
          <p:nvPr>
            <p:ph type="title"/>
          </p:nvPr>
        </p:nvSpPr>
        <p:spPr/>
        <p:txBody>
          <a:bodyPr/>
          <a:lstStyle/>
          <a:p>
            <a:r>
              <a:rPr lang="de-AT" dirty="0"/>
              <a:t>Synchronisation</a:t>
            </a:r>
          </a:p>
        </p:txBody>
      </p:sp>
      <p:sp>
        <p:nvSpPr>
          <p:cNvPr id="3" name="Inhaltsplatzhalter 2">
            <a:extLst>
              <a:ext uri="{FF2B5EF4-FFF2-40B4-BE49-F238E27FC236}">
                <a16:creationId xmlns:a16="http://schemas.microsoft.com/office/drawing/2014/main" id="{4FDE6476-2320-4F85-AAD7-A3EEF12FB9B1}"/>
              </a:ext>
            </a:extLst>
          </p:cNvPr>
          <p:cNvSpPr>
            <a:spLocks noGrp="1"/>
          </p:cNvSpPr>
          <p:nvPr>
            <p:ph idx="1"/>
          </p:nvPr>
        </p:nvSpPr>
        <p:spPr/>
        <p:txBody>
          <a:bodyPr/>
          <a:lstStyle/>
          <a:p>
            <a:r>
              <a:rPr lang="de-AT" dirty="0"/>
              <a:t>Problem: mehrere Threads greifen auf die selbe Variable zu</a:t>
            </a:r>
          </a:p>
          <a:p>
            <a:r>
              <a:rPr lang="de-AT" dirty="0"/>
              <a:t>Lösungen:</a:t>
            </a:r>
          </a:p>
          <a:p>
            <a:pPr lvl="1"/>
            <a:r>
              <a:rPr lang="de-AT" dirty="0"/>
              <a:t>Monitor / lock() {}</a:t>
            </a:r>
          </a:p>
          <a:p>
            <a:pPr lvl="1"/>
            <a:r>
              <a:rPr lang="de-AT" dirty="0"/>
              <a:t>Mutex</a:t>
            </a:r>
          </a:p>
          <a:p>
            <a:pPr lvl="1"/>
            <a:r>
              <a:rPr lang="de-AT" dirty="0" err="1"/>
              <a:t>Interlocked</a:t>
            </a:r>
            <a:endParaRPr lang="de-AT" dirty="0"/>
          </a:p>
          <a:p>
            <a:pPr lvl="1"/>
            <a:r>
              <a:rPr lang="de-AT" dirty="0" err="1"/>
              <a:t>System.Collections.Concurrent</a:t>
            </a:r>
            <a:endParaRPr lang="de-AT" dirty="0"/>
          </a:p>
          <a:p>
            <a:pPr lvl="1"/>
            <a:r>
              <a:rPr lang="de-AT" dirty="0"/>
              <a:t>…</a:t>
            </a:r>
          </a:p>
        </p:txBody>
      </p:sp>
    </p:spTree>
    <p:extLst>
      <p:ext uri="{BB962C8B-B14F-4D97-AF65-F5344CB8AC3E}">
        <p14:creationId xmlns:p14="http://schemas.microsoft.com/office/powerpoint/2010/main" val="2659290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4E32D9-0E06-41B4-BAF1-C2E24562749C}"/>
              </a:ext>
            </a:extLst>
          </p:cNvPr>
          <p:cNvSpPr>
            <a:spLocks noGrp="1"/>
          </p:cNvSpPr>
          <p:nvPr>
            <p:ph type="title"/>
          </p:nvPr>
        </p:nvSpPr>
        <p:spPr/>
        <p:txBody>
          <a:bodyPr/>
          <a:lstStyle/>
          <a:p>
            <a:r>
              <a:rPr lang="de-AT" dirty="0"/>
              <a:t>Monitor / Lock()</a:t>
            </a:r>
          </a:p>
        </p:txBody>
      </p:sp>
      <p:sp>
        <p:nvSpPr>
          <p:cNvPr id="3" name="Inhaltsplatzhalter 2">
            <a:extLst>
              <a:ext uri="{FF2B5EF4-FFF2-40B4-BE49-F238E27FC236}">
                <a16:creationId xmlns:a16="http://schemas.microsoft.com/office/drawing/2014/main" id="{8ED4E635-4CAD-41CB-9D6C-99405B3F1554}"/>
              </a:ext>
            </a:extLst>
          </p:cNvPr>
          <p:cNvSpPr>
            <a:spLocks noGrp="1"/>
          </p:cNvSpPr>
          <p:nvPr>
            <p:ph idx="1"/>
          </p:nvPr>
        </p:nvSpPr>
        <p:spPr/>
        <p:txBody>
          <a:bodyPr/>
          <a:lstStyle/>
          <a:p>
            <a:r>
              <a:rPr lang="de-AT" dirty="0"/>
              <a:t>Monitor ermöglicht das synchronisieren eines Codeblocks</a:t>
            </a:r>
          </a:p>
          <a:p>
            <a:r>
              <a:rPr lang="de-AT" dirty="0"/>
              <a:t>Zur Synchronisation wird ein beliebiges Objekt benötigt, das immer nur von einem Thread gesperrt werden kann</a:t>
            </a:r>
          </a:p>
          <a:p>
            <a:endParaRPr lang="de-AT" dirty="0"/>
          </a:p>
          <a:p>
            <a:endParaRPr lang="de-AT" dirty="0"/>
          </a:p>
        </p:txBody>
      </p:sp>
      <p:pic>
        <p:nvPicPr>
          <p:cNvPr id="4" name="Grafik 3">
            <a:extLst>
              <a:ext uri="{FF2B5EF4-FFF2-40B4-BE49-F238E27FC236}">
                <a16:creationId xmlns:a16="http://schemas.microsoft.com/office/drawing/2014/main" id="{A75605A8-4CE2-4055-A838-470CD1EA0B73}"/>
              </a:ext>
            </a:extLst>
          </p:cNvPr>
          <p:cNvPicPr>
            <a:picLocks noChangeAspect="1"/>
          </p:cNvPicPr>
          <p:nvPr/>
        </p:nvPicPr>
        <p:blipFill>
          <a:blip r:embed="rId3"/>
          <a:stretch>
            <a:fillRect/>
          </a:stretch>
        </p:blipFill>
        <p:spPr>
          <a:xfrm>
            <a:off x="838200" y="3300413"/>
            <a:ext cx="6715125" cy="2876550"/>
          </a:xfrm>
          <a:prstGeom prst="rect">
            <a:avLst/>
          </a:prstGeom>
        </p:spPr>
      </p:pic>
      <p:pic>
        <p:nvPicPr>
          <p:cNvPr id="6" name="Grafik 5">
            <a:extLst>
              <a:ext uri="{FF2B5EF4-FFF2-40B4-BE49-F238E27FC236}">
                <a16:creationId xmlns:a16="http://schemas.microsoft.com/office/drawing/2014/main" id="{14CE59B4-DE2D-4B19-A466-D008A7313D65}"/>
              </a:ext>
            </a:extLst>
          </p:cNvPr>
          <p:cNvPicPr>
            <a:picLocks noChangeAspect="1"/>
          </p:cNvPicPr>
          <p:nvPr/>
        </p:nvPicPr>
        <p:blipFill>
          <a:blip r:embed="rId4"/>
          <a:stretch>
            <a:fillRect/>
          </a:stretch>
        </p:blipFill>
        <p:spPr>
          <a:xfrm>
            <a:off x="7002341" y="4064000"/>
            <a:ext cx="3486150" cy="2247900"/>
          </a:xfrm>
          <a:prstGeom prst="rect">
            <a:avLst/>
          </a:prstGeom>
        </p:spPr>
      </p:pic>
    </p:spTree>
    <p:extLst>
      <p:ext uri="{BB962C8B-B14F-4D97-AF65-F5344CB8AC3E}">
        <p14:creationId xmlns:p14="http://schemas.microsoft.com/office/powerpoint/2010/main" val="3627976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A913AC-4548-469E-8F48-7814E0C67E65}"/>
              </a:ext>
            </a:extLst>
          </p:cNvPr>
          <p:cNvSpPr>
            <a:spLocks noGrp="1"/>
          </p:cNvSpPr>
          <p:nvPr>
            <p:ph type="title"/>
          </p:nvPr>
        </p:nvSpPr>
        <p:spPr/>
        <p:txBody>
          <a:bodyPr/>
          <a:lstStyle/>
          <a:p>
            <a:r>
              <a:rPr lang="de-AT" dirty="0"/>
              <a:t>Mutex</a:t>
            </a:r>
          </a:p>
        </p:txBody>
      </p:sp>
      <p:sp>
        <p:nvSpPr>
          <p:cNvPr id="3" name="Inhaltsplatzhalter 2">
            <a:extLst>
              <a:ext uri="{FF2B5EF4-FFF2-40B4-BE49-F238E27FC236}">
                <a16:creationId xmlns:a16="http://schemas.microsoft.com/office/drawing/2014/main" id="{B52B845C-F5AB-437A-ACCC-E7A1634E394E}"/>
              </a:ext>
            </a:extLst>
          </p:cNvPr>
          <p:cNvSpPr>
            <a:spLocks noGrp="1"/>
          </p:cNvSpPr>
          <p:nvPr>
            <p:ph idx="1"/>
          </p:nvPr>
        </p:nvSpPr>
        <p:spPr/>
        <p:txBody>
          <a:bodyPr/>
          <a:lstStyle/>
          <a:p>
            <a:r>
              <a:rPr lang="de-AT" dirty="0"/>
              <a:t>Mutex verhält sich wie ein Monitor, erlaubt aber die Verwendung über mehrere Prozesse hinweg und ist daher auch in mehreren Instanzen einer Applikation gemeinsam nutzbar</a:t>
            </a:r>
          </a:p>
          <a:p>
            <a:r>
              <a:rPr lang="de-AT" dirty="0"/>
              <a:t>Anwendungsfälle:</a:t>
            </a:r>
          </a:p>
          <a:p>
            <a:pPr lvl="1"/>
            <a:r>
              <a:rPr lang="de-AT" dirty="0"/>
              <a:t>Anwendung nur einmalig starten</a:t>
            </a:r>
          </a:p>
          <a:p>
            <a:pPr lvl="1"/>
            <a:r>
              <a:rPr lang="de-AT" dirty="0"/>
              <a:t>Inter-Prozess Kommunikation synchronisieren</a:t>
            </a:r>
          </a:p>
          <a:p>
            <a:pPr lvl="1"/>
            <a:r>
              <a:rPr lang="de-AT" dirty="0"/>
              <a:t>Synchronisieren einer gemeinsamen Aufgabe zweier Prozesse</a:t>
            </a:r>
          </a:p>
          <a:p>
            <a:pPr lvl="1"/>
            <a:r>
              <a:rPr lang="de-AT" dirty="0"/>
              <a:t>Synchronisation eines gemeinsamen Zugriffs auf Ressourcen aus mehreren Prozessen heraus</a:t>
            </a:r>
          </a:p>
        </p:txBody>
      </p:sp>
    </p:spTree>
    <p:extLst>
      <p:ext uri="{BB962C8B-B14F-4D97-AF65-F5344CB8AC3E}">
        <p14:creationId xmlns:p14="http://schemas.microsoft.com/office/powerpoint/2010/main" val="1896954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17373D-46E3-43AD-A088-7E873841181C}"/>
              </a:ext>
            </a:extLst>
          </p:cNvPr>
          <p:cNvSpPr>
            <a:spLocks noGrp="1"/>
          </p:cNvSpPr>
          <p:nvPr>
            <p:ph type="title"/>
          </p:nvPr>
        </p:nvSpPr>
        <p:spPr/>
        <p:txBody>
          <a:bodyPr/>
          <a:lstStyle/>
          <a:p>
            <a:r>
              <a:rPr lang="de-AT" dirty="0"/>
              <a:t>Mutex - Beispiel</a:t>
            </a:r>
          </a:p>
        </p:txBody>
      </p:sp>
      <p:pic>
        <p:nvPicPr>
          <p:cNvPr id="4" name="Grafik 3">
            <a:extLst>
              <a:ext uri="{FF2B5EF4-FFF2-40B4-BE49-F238E27FC236}">
                <a16:creationId xmlns:a16="http://schemas.microsoft.com/office/drawing/2014/main" id="{564DD0D0-D7E6-49B2-B109-7F090FCE21F3}"/>
              </a:ext>
            </a:extLst>
          </p:cNvPr>
          <p:cNvPicPr>
            <a:picLocks noChangeAspect="1"/>
          </p:cNvPicPr>
          <p:nvPr/>
        </p:nvPicPr>
        <p:blipFill>
          <a:blip r:embed="rId3"/>
          <a:stretch>
            <a:fillRect/>
          </a:stretch>
        </p:blipFill>
        <p:spPr>
          <a:xfrm>
            <a:off x="2867025" y="1690688"/>
            <a:ext cx="6457950" cy="3886200"/>
          </a:xfrm>
          <a:prstGeom prst="rect">
            <a:avLst/>
          </a:prstGeom>
        </p:spPr>
      </p:pic>
    </p:spTree>
    <p:extLst>
      <p:ext uri="{BB962C8B-B14F-4D97-AF65-F5344CB8AC3E}">
        <p14:creationId xmlns:p14="http://schemas.microsoft.com/office/powerpoint/2010/main" val="1289544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D498F3-0022-45F3-9AEC-73AD55DF1E22}"/>
              </a:ext>
            </a:extLst>
          </p:cNvPr>
          <p:cNvSpPr>
            <a:spLocks noGrp="1"/>
          </p:cNvSpPr>
          <p:nvPr>
            <p:ph type="title"/>
          </p:nvPr>
        </p:nvSpPr>
        <p:spPr/>
        <p:txBody>
          <a:bodyPr/>
          <a:lstStyle/>
          <a:p>
            <a:r>
              <a:rPr lang="de-AT" dirty="0" err="1"/>
              <a:t>Interlocked</a:t>
            </a:r>
            <a:endParaRPr lang="de-AT" dirty="0"/>
          </a:p>
        </p:txBody>
      </p:sp>
      <p:sp>
        <p:nvSpPr>
          <p:cNvPr id="3" name="Inhaltsplatzhalter 2">
            <a:extLst>
              <a:ext uri="{FF2B5EF4-FFF2-40B4-BE49-F238E27FC236}">
                <a16:creationId xmlns:a16="http://schemas.microsoft.com/office/drawing/2014/main" id="{869EE154-14C2-4144-8407-6D60BFD269BD}"/>
              </a:ext>
            </a:extLst>
          </p:cNvPr>
          <p:cNvSpPr>
            <a:spLocks noGrp="1"/>
          </p:cNvSpPr>
          <p:nvPr>
            <p:ph idx="1"/>
          </p:nvPr>
        </p:nvSpPr>
        <p:spPr/>
        <p:txBody>
          <a:bodyPr/>
          <a:lstStyle/>
          <a:p>
            <a:r>
              <a:rPr lang="de-AT" dirty="0"/>
              <a:t>Stellt atomare Operationen zur Verfügung, die von mehreren Threads genutzt werden können</a:t>
            </a:r>
          </a:p>
          <a:p>
            <a:r>
              <a:rPr lang="de-AT" dirty="0"/>
              <a:t>Beispiele:</a:t>
            </a:r>
          </a:p>
          <a:p>
            <a:pPr lvl="1"/>
            <a:r>
              <a:rPr lang="de-AT" dirty="0"/>
              <a:t>Add()</a:t>
            </a:r>
          </a:p>
          <a:p>
            <a:pPr lvl="1"/>
            <a:r>
              <a:rPr lang="de-AT" dirty="0" err="1"/>
              <a:t>Increment</a:t>
            </a:r>
            <a:r>
              <a:rPr lang="de-AT" dirty="0"/>
              <a:t>()</a:t>
            </a:r>
          </a:p>
          <a:p>
            <a:pPr lvl="1"/>
            <a:r>
              <a:rPr lang="de-AT" dirty="0" err="1"/>
              <a:t>Decrement</a:t>
            </a:r>
            <a:r>
              <a:rPr lang="de-AT" dirty="0"/>
              <a:t>()</a:t>
            </a:r>
          </a:p>
          <a:p>
            <a:pPr lvl="1"/>
            <a:r>
              <a:rPr lang="de-AT" dirty="0"/>
              <a:t>Exchange()</a:t>
            </a:r>
          </a:p>
        </p:txBody>
      </p:sp>
    </p:spTree>
    <p:extLst>
      <p:ext uri="{BB962C8B-B14F-4D97-AF65-F5344CB8AC3E}">
        <p14:creationId xmlns:p14="http://schemas.microsoft.com/office/powerpoint/2010/main" val="644271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C4D89B-21E3-4B6E-B152-C175FAFA9B63}"/>
              </a:ext>
            </a:extLst>
          </p:cNvPr>
          <p:cNvSpPr>
            <a:spLocks noGrp="1"/>
          </p:cNvSpPr>
          <p:nvPr>
            <p:ph type="title"/>
          </p:nvPr>
        </p:nvSpPr>
        <p:spPr/>
        <p:txBody>
          <a:bodyPr/>
          <a:lstStyle/>
          <a:p>
            <a:r>
              <a:rPr lang="de-AT" dirty="0" err="1"/>
              <a:t>System.Collections.Concurrent</a:t>
            </a:r>
            <a:endParaRPr lang="de-AT" dirty="0"/>
          </a:p>
        </p:txBody>
      </p:sp>
      <p:sp>
        <p:nvSpPr>
          <p:cNvPr id="3" name="Inhaltsplatzhalter 2">
            <a:extLst>
              <a:ext uri="{FF2B5EF4-FFF2-40B4-BE49-F238E27FC236}">
                <a16:creationId xmlns:a16="http://schemas.microsoft.com/office/drawing/2014/main" id="{10E81648-72C8-42F0-BF40-BBA604D33E3B}"/>
              </a:ext>
            </a:extLst>
          </p:cNvPr>
          <p:cNvSpPr>
            <a:spLocks noGrp="1"/>
          </p:cNvSpPr>
          <p:nvPr>
            <p:ph idx="1"/>
          </p:nvPr>
        </p:nvSpPr>
        <p:spPr/>
        <p:txBody>
          <a:bodyPr/>
          <a:lstStyle/>
          <a:p>
            <a:r>
              <a:rPr lang="de-AT" dirty="0"/>
              <a:t>Beinhaltet Thread-sichere Auflistungen</a:t>
            </a:r>
          </a:p>
          <a:p>
            <a:endParaRPr lang="de-AT" dirty="0"/>
          </a:p>
          <a:p>
            <a:r>
              <a:rPr lang="de-AT" dirty="0"/>
              <a:t>Beispiele:</a:t>
            </a:r>
          </a:p>
          <a:p>
            <a:pPr lvl="1"/>
            <a:r>
              <a:rPr lang="de-AT" dirty="0" err="1"/>
              <a:t>ConcurrentBag</a:t>
            </a:r>
            <a:r>
              <a:rPr lang="de-AT" dirty="0"/>
              <a:t>&lt;T&gt;</a:t>
            </a:r>
          </a:p>
          <a:p>
            <a:pPr lvl="1"/>
            <a:r>
              <a:rPr lang="de-AT" dirty="0" err="1"/>
              <a:t>ConcurrentDictionary</a:t>
            </a:r>
            <a:r>
              <a:rPr lang="de-AT" dirty="0"/>
              <a:t>&lt;T&gt;</a:t>
            </a:r>
          </a:p>
          <a:p>
            <a:pPr lvl="1"/>
            <a:r>
              <a:rPr lang="de-AT" dirty="0" err="1"/>
              <a:t>ConcurrentStack</a:t>
            </a:r>
            <a:r>
              <a:rPr lang="de-AT" dirty="0"/>
              <a:t>&lt;T&gt;</a:t>
            </a:r>
          </a:p>
          <a:p>
            <a:pPr lvl="1"/>
            <a:r>
              <a:rPr lang="de-AT" dirty="0" err="1"/>
              <a:t>ConcurrentQueue</a:t>
            </a:r>
            <a:r>
              <a:rPr lang="de-AT" dirty="0"/>
              <a:t>&lt;T&gt;</a:t>
            </a:r>
          </a:p>
          <a:p>
            <a:pPr lvl="1"/>
            <a:r>
              <a:rPr lang="de-AT" dirty="0" err="1"/>
              <a:t>SynchronizedCollection</a:t>
            </a:r>
            <a:r>
              <a:rPr lang="de-AT" dirty="0"/>
              <a:t>&lt;T&gt;</a:t>
            </a:r>
          </a:p>
          <a:p>
            <a:pPr lvl="2"/>
            <a:r>
              <a:rPr lang="de-AT" dirty="0" err="1"/>
              <a:t>System.ServiceModel.Primitives</a:t>
            </a:r>
            <a:endParaRPr lang="de-AT" dirty="0"/>
          </a:p>
        </p:txBody>
      </p:sp>
    </p:spTree>
    <p:extLst>
      <p:ext uri="{BB962C8B-B14F-4D97-AF65-F5344CB8AC3E}">
        <p14:creationId xmlns:p14="http://schemas.microsoft.com/office/powerpoint/2010/main" val="947876165"/>
      </p:ext>
    </p:extLst>
  </p:cSld>
  <p:clrMapOvr>
    <a:masterClrMapping/>
  </p:clrMapOvr>
</p:sld>
</file>

<file path=ppt/theme/theme1.xml><?xml version="1.0" encoding="utf-8"?>
<a:theme xmlns:a="http://schemas.openxmlformats.org/drawingml/2006/main" name="Design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sign1" id="{96D94349-9EA7-4F15-B1F1-9A54DF4069D0}" vid="{DCC26779-47CB-402F-90F7-39DA49E21E3E}"/>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F391AEE31C99448A543937035626E06" ma:contentTypeVersion="19" ma:contentTypeDescription="Ein neues Dokument erstellen." ma:contentTypeScope="" ma:versionID="5c4bf3f3d0c59fc37e8347e2f8919256">
  <xsd:schema xmlns:xsd="http://www.w3.org/2001/XMLSchema" xmlns:xs="http://www.w3.org/2001/XMLSchema" xmlns:p="http://schemas.microsoft.com/office/2006/metadata/properties" xmlns:ns1="http://schemas.microsoft.com/sharepoint/v3" xmlns:ns2="6c0c9536-4234-4ee5-917d-0db1094ec3d5" xmlns:ns3="965790fa-1676-40e9-a1b2-ba5f45c567ff" targetNamespace="http://schemas.microsoft.com/office/2006/metadata/properties" ma:root="true" ma:fieldsID="d52db02b9a3eecf26644390eec080df7" ns1:_="" ns2:_="" ns3:_="">
    <xsd:import namespace="http://schemas.microsoft.com/sharepoint/v3"/>
    <xsd:import namespace="6c0c9536-4234-4ee5-917d-0db1094ec3d5"/>
    <xsd:import namespace="965790fa-1676-40e9-a1b2-ba5f45c567ff"/>
    <xsd:element name="properties">
      <xsd:complexType>
        <xsd:sequence>
          <xsd:element name="documentManagement">
            <xsd:complexType>
              <xsd:all>
                <xsd:element ref="ns1:PublishingStartDate" minOccurs="0"/>
                <xsd:element ref="ns1:PublishingExpirationDate" minOccurs="0"/>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Geplantes Startdatum" ma:description="Geplantes Startdatum ist eine Websitespalte, die über das Feature zum Veröffentlichen erstellt wird. Es wird zur Angabe des Datums und der Uhrzeit verwendet, wann diese Seite Besuchern zum ersten Mal angezeigt wird." ma:internalName="PublishingStartDate">
      <xsd:simpleType>
        <xsd:restriction base="dms:Unknown"/>
      </xsd:simpleType>
    </xsd:element>
    <xsd:element name="PublishingExpirationDate" ma:index="9" nillable="true" ma:displayName="Geplantes Enddatum" ma:description="Geplantes Enddatum ist eine Websitespalte, die über das Feature zum Veröffentlichen erstellt wird. Es wird zur Angabe des Datums und der Uhrzeit verwendet, wann diese Seite Besuchern nicht mehr angezeigt wird."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0c9536-4234-4ee5-917d-0db1094ec3d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Bildmarkierungen" ma:readOnly="false" ma:fieldId="{5cf76f15-5ced-4ddc-b409-7134ff3c332f}" ma:taxonomyMulti="true" ma:sspId="f5bf87e0-b9a9-40f7-828e-82e0fd796cd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5790fa-1676-40e9-a1b2-ba5f45c567ff" elementFormDefault="qualified">
    <xsd:import namespace="http://schemas.microsoft.com/office/2006/documentManagement/types"/>
    <xsd:import namespace="http://schemas.microsoft.com/office/infopath/2007/PartnerControls"/>
    <xsd:element name="SharedWithUsers" ma:index="2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Freigegeben für - Details" ma:internalName="SharedWithDetails" ma:readOnly="true">
      <xsd:simpleType>
        <xsd:restriction base="dms:Note">
          <xsd:maxLength value="255"/>
        </xsd:restriction>
      </xsd:simpleType>
    </xsd:element>
    <xsd:element name="TaxCatchAll" ma:index="24" nillable="true" ma:displayName="Taxonomy Catch All Column" ma:hidden="true" ma:list="{b1df5dc2-97ce-41de-9242-1a08c11d8deb}" ma:internalName="TaxCatchAll" ma:showField="CatchAllData" ma:web="965790fa-1676-40e9-a1b2-ba5f45c567f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TaxCatchAll xmlns="965790fa-1676-40e9-a1b2-ba5f45c567ff" xsi:nil="true"/>
    <lcf76f155ced4ddcb4097134ff3c332f xmlns="6c0c9536-4234-4ee5-917d-0db1094ec3d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EE01D1A-CA7E-46C8-907A-3B6E72B2C191}"/>
</file>

<file path=customXml/itemProps2.xml><?xml version="1.0" encoding="utf-8"?>
<ds:datastoreItem xmlns:ds="http://schemas.openxmlformats.org/officeDocument/2006/customXml" ds:itemID="{546AA99C-62CE-42E0-8C79-8368B8DE5F93}">
  <ds:schemaRefs>
    <ds:schemaRef ds:uri="http://schemas.microsoft.com/sharepoint/v3/contenttype/forms"/>
  </ds:schemaRefs>
</ds:datastoreItem>
</file>

<file path=customXml/itemProps3.xml><?xml version="1.0" encoding="utf-8"?>
<ds:datastoreItem xmlns:ds="http://schemas.openxmlformats.org/officeDocument/2006/customXml" ds:itemID="{2D328935-0A6A-4A43-AD98-CF2DD37DF1A9}">
  <ds:schemaRefs>
    <ds:schemaRef ds:uri="http://schemas.microsoft.com/office/2006/metadata/properties"/>
    <ds:schemaRef ds:uri="http://schemas.microsoft.com/office/infopath/2007/PartnerControls"/>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Design1</Template>
  <TotalTime>0</TotalTime>
  <Words>298</Words>
  <Application>Microsoft Office PowerPoint</Application>
  <PresentationFormat>Breitbild</PresentationFormat>
  <Paragraphs>61</Paragraphs>
  <Slides>14</Slides>
  <Notes>7</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14</vt:i4>
      </vt:variant>
    </vt:vector>
  </HeadingPairs>
  <TitlesOfParts>
    <vt:vector size="18" baseType="lpstr">
      <vt:lpstr>Arial</vt:lpstr>
      <vt:lpstr>Calibri</vt:lpstr>
      <vt:lpstr>Calibri Light</vt:lpstr>
      <vt:lpstr>Design1</vt:lpstr>
      <vt:lpstr>Multithreading</vt:lpstr>
      <vt:lpstr>Multithreading</vt:lpstr>
      <vt:lpstr>Thread mit parameterloser Methode</vt:lpstr>
      <vt:lpstr>Threads und Parameter</vt:lpstr>
      <vt:lpstr>Auf einen Thread warten</vt:lpstr>
      <vt:lpstr>Thread beenden</vt:lpstr>
      <vt:lpstr>Threadpool</vt:lpstr>
      <vt:lpstr>Vordergrund- und Hintergrundthreads</vt:lpstr>
      <vt:lpstr>Synchronisation</vt:lpstr>
      <vt:lpstr>Monitor / Lock()</vt:lpstr>
      <vt:lpstr>Mutex</vt:lpstr>
      <vt:lpstr>Mutex - Beispiel</vt:lpstr>
      <vt:lpstr>Interlocked</vt:lpstr>
      <vt:lpstr>System.Collections.Concurrent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Einführung in Xamarin</dc:title>
  <dc:creator>mz1</dc:creator>
  <cp:lastModifiedBy>Lukas Kern</cp:lastModifiedBy>
  <cp:revision>68</cp:revision>
  <dcterms:created xsi:type="dcterms:W3CDTF">2017-09-04T09:27:18Z</dcterms:created>
  <dcterms:modified xsi:type="dcterms:W3CDTF">2025-09-25T11:03:58Z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0x010100BF391AEE31C99448A543937035626E06</vt:lpwstr>
  </property>
  <property fmtid="{D5CDD505-2E9C-101B-9397-08002B2CF9AE}" pid="3" name="xd_Signature">
    <vt:bool>false</vt:bool>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ies>
</file>